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8E-4400-ABA3-4A7E799BE2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</c:v>
                </c:pt>
                <c:pt idx="1">
                  <c:v>June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8E-4400-ABA3-4A7E799BE2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3193008"/>
        <c:axId val="861950831"/>
      </c:barChart>
      <c:catAx>
        <c:axId val="80319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950831"/>
        <c:crosses val="autoZero"/>
        <c:auto val="1"/>
        <c:lblAlgn val="ctr"/>
        <c:lblOffset val="100"/>
        <c:noMultiLvlLbl val="0"/>
      </c:catAx>
      <c:valAx>
        <c:axId val="86195083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3193008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05-4AEA-9A7F-41AA52C51B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 2026</c:v>
                </c:pt>
                <c:pt idx="1">
                  <c:v>June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05-4AEA-9A7F-41AA52C51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1343183"/>
        <c:axId val="862006511"/>
      </c:barChart>
      <c:catAx>
        <c:axId val="87134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6511"/>
        <c:crosses val="autoZero"/>
        <c:auto val="1"/>
        <c:lblAlgn val="ctr"/>
        <c:lblOffset val="100"/>
        <c:noMultiLvlLbl val="0"/>
      </c:catAx>
      <c:valAx>
        <c:axId val="8620065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1343183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80120</c:v>
                </c:pt>
                <c:pt idx="1">
                  <c:v>83450</c:v>
                </c:pt>
                <c:pt idx="2">
                  <c:v>85519</c:v>
                </c:pt>
                <c:pt idx="3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5-4877-89F6-9CC54D30B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42415"/>
        <c:axId val="862035311"/>
      </c:barChart>
      <c:catAx>
        <c:axId val="956842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35311"/>
        <c:crosses val="autoZero"/>
        <c:auto val="1"/>
        <c:lblAlgn val="ctr"/>
        <c:lblOffset val="100"/>
        <c:noMultiLvlLbl val="0"/>
      </c:catAx>
      <c:valAx>
        <c:axId val="8620353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42415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F18D5-BA3E-4B29-8237-CF3BF2FEFD14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2250C-68EC-4A77-AB12-F2E884968F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86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225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751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4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824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51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12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A796-E0D0-5773-2727-4471C8FA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E2CF3-D072-4AD2-0275-F62D2C0C6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0F4F-7A59-AB23-A61E-2815E8A9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3040-5A30-B110-976A-F5E2A064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0E393-7EB4-43E2-2A3D-21F2F14D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20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85EE-55A4-E68D-7206-A05BD797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D697-16AE-4D50-E5AA-1D4AF3FE0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90872-D310-C4E5-FC41-264A9C2A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7ACBD-42FB-D89A-AEB0-BE4FE045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36AC4-7EDA-4D0B-3243-8DC8584C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93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EBC6-A432-C2CC-DFA1-57B9363D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8BC7C-D216-EBED-A4D9-DBDED8CB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F81D7-EB3E-227E-E069-37DDC890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107C-C49E-F367-03EA-F80E7B42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86299-2188-0812-36D5-91107749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2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BA7E-CF7F-4AD7-2EE6-79F0E395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DEF5-ACC8-BECA-1058-7C7BE54CC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48D96-444F-A2D8-AAA6-5D8183031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17192-5742-0557-8A00-5539624E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C7F68-02E1-7321-FC9E-D108F505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D2E98-4163-E156-E90C-C6DD0C12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20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8F6F-6E17-37BE-FB8E-35130605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FC66-0668-1A28-F232-12C83947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49B99-E397-4BF0-2229-51A1B8392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93036-8539-804C-86B2-4AC34FD16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AEB2F-55B6-D9C6-44CB-9C3C6A326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DBD55-3BE2-C2DF-547E-97704741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67FB8-2DE5-7105-77C3-27938A40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CC72D-FD17-904B-57B6-36EFB920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82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8688-41B5-A8C6-7578-A67B87D2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B72D9-0F34-9516-5913-EC076859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86617-8948-CF55-7BAD-9B1DD99E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DE5B5-46B1-651D-F3B2-03409C08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02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3F8A-7F12-DBF1-9AF6-E9C94862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86513-346E-30FA-4FC9-7557EDBF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8582-AB47-C10B-6F3A-D2829668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99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FA9A-A769-393E-E7B8-600DFA69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36D1-1352-DA46-F7F3-9FFD1AF6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DACA7-9846-4A24-5931-B005B98D2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830A-0D58-50D6-A505-A0EE98EE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F46D-F435-3B4D-7928-966D4F59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D764E-0236-53B9-320C-D0E375DC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39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A20D-A193-4BCF-C155-9B53D9BA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18F12-0976-7004-E94B-86F7C8838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D85C1-F8D1-51F8-1138-22802FC64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3244F-5D4F-01D8-5A3B-5E960F09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CA90-5B46-3B00-83B7-725EE1AF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FF686-E4DD-FB9E-49DC-6BA64335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27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FB42-C22A-3810-6692-D1A10878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7D2C6-FFA8-9B56-254E-F162A48F4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11482-63B7-B017-01F3-13A0968A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BB51-2A56-FA6D-67DF-786D2EEC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A32B-15A3-7ED1-4DE9-E1720228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97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F61D0-931F-B11F-2D59-43640540C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8F7CB-30DF-5FE9-AF35-4FCC053A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82AA1-2A3B-1883-FA6B-80C13192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55AC-59F2-CBF1-9779-ACFF5373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A6803-9433-28F7-C994-EC159B58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D86FB-A00C-75D2-4431-4676F078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2420A-216F-E697-6E2E-8E500714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4E726-B8FE-339B-E484-B5E9CD026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25540-6625-90BA-8F57-0F85100C3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4BC3-D697-8F71-2E53-EC19A1C7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4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" Type="http://schemas.openxmlformats.org/officeDocument/2006/relationships/tags" Target="../tags/tag19.xml"/><Relationship Id="rId21" Type="http://schemas.openxmlformats.org/officeDocument/2006/relationships/tags" Target="../tags/tag37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notesSlide" Target="../notesSlides/notesSlide2.xml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3" Type="http://schemas.openxmlformats.org/officeDocument/2006/relationships/tags" Target="../tags/tag40.xml"/><Relationship Id="rId21" Type="http://schemas.openxmlformats.org/officeDocument/2006/relationships/tags" Target="../tags/tag58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chart" Target="../charts/chart1.xml"/><Relationship Id="rId5" Type="http://schemas.openxmlformats.org/officeDocument/2006/relationships/tags" Target="../tags/tag68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chart" Target="../charts/chart2.xml"/><Relationship Id="rId5" Type="http://schemas.openxmlformats.org/officeDocument/2006/relationships/tags" Target="../tags/tag76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75.xml"/><Relationship Id="rId9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chart" Target="../charts/chart3.xml"/><Relationship Id="rId5" Type="http://schemas.openxmlformats.org/officeDocument/2006/relationships/tags" Target="../tags/tag84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83.xml"/><Relationship Id="rId9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306D19-E354-B6F1-2EC2-DFDD7D4515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operating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9E730-58D8-6004-20ED-4C15F3A947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Revenue and cost from the same ledger period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27323A-A4C3-FE67-B1C6-FC897431437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5347716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C01BD-D8E3-EB81-36F4-69AFA8279B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5347716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1FD94-8E8A-4860-D71B-ED7E6013AA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 EUR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52E1A-DD9A-4735-23B7-845BA3FA87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05F4B-6DD0-E2D1-ABFC-494A71F2FD5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36F6D-A825-5C2E-EE1C-762A8D79F92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10300" y="2321560"/>
            <a:ext cx="5347715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17AC3-F826-0779-40A9-EED12575835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10300" y="2321560"/>
            <a:ext cx="5347715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B3CDA-F4A4-1B3B-9F3A-7298A06E68E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88100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 EUR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AA597-3D35-BF97-387D-D1CF0F9639A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88100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13094-8F62-CC09-4D94-FAC4509724D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88100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7D1E6-49C9-F7B2-5B74-681418CDCEA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0D351-9643-3BB9-369F-2F7B9F4B2A5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FCB900-E549-C4FC-30A2-04B1D88ADDC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165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884ED-6079-021B-2404-20D3B42245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results across the complete operating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87710-4685-AADB-09F9-9A7F6D482F7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figures use the full month, with no missing rows treated as zero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5A271-D258-E879-0AA7-AF12B6D3C99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3488944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380DB-7368-F6FC-52A7-561D960C1F0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3488944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27D43-2962-0B14-977F-F358FC25AA2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RECOGNIZED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54CBA-6704-CFAB-768B-191F038ADD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6D0A-A8D6-6872-6020-EA255683273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57DF7-A9CA-6209-5D5A-79326F3D159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51528" y="2321560"/>
            <a:ext cx="3488944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91DF5-AEE1-3586-1B36-87450FDD149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51528" y="2321560"/>
            <a:ext cx="3488944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6F432-27BA-D836-56DF-3D34284A9D8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29328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RECORDED OPERATING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17DEE-1C58-7209-6B15-06E83E59B54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29328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672F7-6372-4AD4-F5BB-9BE987CFB79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29328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0E73A-F1ED-CE0F-27DB-CFDDBBCB104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069072" y="2321560"/>
            <a:ext cx="3488943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A56F2-9344-C8AC-3A05-51E91A29F93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069072" y="2321560"/>
            <a:ext cx="3488943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C887D-3967-44AF-34C6-9C2F5DFB0EC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246872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54A34-2E36-BE11-4DA2-342FCDFDE13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246872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E0F39-C54A-F089-524A-0CB8FE3D953B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46872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Calculated from aggregate totals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5DD19-8B40-7BDA-D187-07671BF2F8D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C4117-4C91-6848-60CE-001C2A7CF59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BD740-7326-44C1-B302-FB629F65258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76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4CEC3-0EE2-366A-33EB-B8BA0B2114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FAE4A-D889-7388-30CB-544F3ED9CB6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Complete period; four verified measures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2FD24-E42A-D8DB-BB42-FBB1D37ABC6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2559558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B034D-03BA-4CE1-1F14-8D622B82644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2559558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B6397-0EB2-6C6C-35D0-72A241B15E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C63FE-BA44-D392-0063-CC4B0662FFF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81779-88D9-F69A-2441-D28D419D0B8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80B18-8790-F286-B40E-57DAA6DB74A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422142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77A859-2A25-4C08-D8F4-609453B5079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422142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9F812-FD3A-51F0-5255-2AE41A93466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599942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F6B0-DB70-4D0D-C8AA-49A3A3C5A30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599942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D22ED-2284-45D0-F30F-9E22DBB3518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599942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90EDDA-F399-F298-4483-6557D88AA25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210300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3458DD-0C71-E478-02A6-CC5219F0302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210300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6FD3C-4ED6-2314-3DDC-0FE0D3DD170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388100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PROFIT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D8900-8B1F-01BE-C8CC-F57819EF8DF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388100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46,278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ACDB1-8614-384A-23A8-B2DB6D26AC7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388100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B190F0-A049-F80F-9FE4-D920B8E052D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998458" y="2321560"/>
            <a:ext cx="2559557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D7F838-46D6-F005-57D3-1C0D794BD99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998458" y="2321560"/>
            <a:ext cx="2559557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61E83-03F9-020E-11DD-F095208090E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176258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MARGIN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E9A16F-BA9C-C698-673B-2D6022FC80E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9176258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D482D0-B033-1A22-0BD7-8BCE590352B4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9176258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Aggregate rate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77374-5777-57B3-50E4-65B3E85BC96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63AA1-FB13-F3E5-3088-BE1D8DA598D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BC4F6A-3F40-A40A-27AC-BD3F3ADAB30F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434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410F20-520D-C931-F142-D829E9F7F3F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May to June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117A5-1B64-6FF0-FA92-C5F543BB3F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81E620-A93E-A9E6-5941-4011424B768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3476559"/>
              </p:ext>
            </p:extLst>
          </p:nvPr>
        </p:nvGraphicFramePr>
        <p:xfrm>
          <a:off x="585216" y="2057400"/>
          <a:ext cx="5145023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037">
                  <a:extLst>
                    <a:ext uri="{9D8B030D-6E8A-4147-A177-3AD203B41FA5}">
                      <a16:colId xmlns:a16="http://schemas.microsoft.com/office/drawing/2014/main" val="847142178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3079330743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1761535077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1259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0127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06049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475199-1802-6156-7AA5-DE4F39AD670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011063114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7CE72B-0F69-D8A0-3C23-0041246DE24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B7FBD-35F8-8E5F-1D21-C91E4028875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26957-65E3-8694-8EA8-25429CD6928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474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3B872-2B45-686B-B63A-E73B905CB3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and cost across two reporting periods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6347F-46C3-417C-2CDA-67780EB758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Values are shown in EUR and use the same source scope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C475FC-A727-3915-20C7-313C266648E8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853296332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484">
                  <a:extLst>
                    <a:ext uri="{9D8B030D-6E8A-4147-A177-3AD203B41FA5}">
                      <a16:colId xmlns:a16="http://schemas.microsoft.com/office/drawing/2014/main" val="2650297238"/>
                    </a:ext>
                  </a:extLst>
                </a:gridCol>
                <a:gridCol w="1369726">
                  <a:extLst>
                    <a:ext uri="{9D8B030D-6E8A-4147-A177-3AD203B41FA5}">
                      <a16:colId xmlns:a16="http://schemas.microsoft.com/office/drawing/2014/main" val="3716753882"/>
                    </a:ext>
                  </a:extLst>
                </a:gridCol>
                <a:gridCol w="1452814">
                  <a:extLst>
                    <a:ext uri="{9D8B030D-6E8A-4147-A177-3AD203B41FA5}">
                      <a16:colId xmlns:a16="http://schemas.microsoft.com/office/drawing/2014/main" val="20024966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58626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Recognized revenue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32868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Recorded operating cost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902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7283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19DE6E-24B7-B1AB-A45A-FADB96DEE51A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471710870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C5D7B4-0C0E-EEE3-C6B0-840F0BD420D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1A316-C891-492F-3ACD-0CFCAE3D902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75A26-41D5-7FC3-A651-898CE9FC3C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901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AF697-0E5D-50E7-2BA8-C7653ED9D8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Four period operating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F7F37-3206-68A0-AD02-ACF8D23950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9B560E-E198-831A-416B-C0005DAF3C9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86461704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900">
                  <a:extLst>
                    <a:ext uri="{9D8B030D-6E8A-4147-A177-3AD203B41FA5}">
                      <a16:colId xmlns:a16="http://schemas.microsoft.com/office/drawing/2014/main" val="3516399441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5811638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2373061383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4250439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987165216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Apr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Jun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6971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80,120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83,450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9869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35,040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36,100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47296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45,080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47,350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9153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56.27%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56.74%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57.08%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48352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E810632-BCC2-1618-CB9A-EEB5530E937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06215126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B816F3-8C4A-02C3-4EFF-FBF3DDF0426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E0C68-DB82-05C9-7D0E-CC83F46414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DDC21-5FF8-960A-DD94-D3C65028F6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15585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Custom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2026-09-24T11:37:50Z</dcterms:created>
  <dcterms:modified xsi:type="dcterms:W3CDTF">2026-09-24T11:37:50Z</dcterms:modified>
</cp:coreProperties>
</file>