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5-4CFD-B2FD-88420419A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95-4CFD-B2FD-88420419A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5277007"/>
        <c:axId val="1724961039"/>
      </c:barChart>
      <c:catAx>
        <c:axId val="194527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961039"/>
        <c:crosses val="autoZero"/>
        <c:auto val="1"/>
        <c:lblAlgn val="ctr"/>
        <c:lblOffset val="100"/>
        <c:noMultiLvlLbl val="0"/>
      </c:catAx>
      <c:valAx>
        <c:axId val="172496103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527700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5D60F-F12F-45F2-ADF1-A1A217F503FA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AFE47-B0DF-4CE0-8FF0-3D7AE977BF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77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70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FD93-83C7-837E-9B62-CC07C21F2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EF251-B503-DB5C-4184-A03E0B555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F4190-1C4E-0550-C1C8-801FD7BB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16B2-E461-DBA3-BA9C-040A7C94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4AB1E-32C9-BC96-33C5-D2C8186C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50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DC43-D4B5-0BDC-0457-A2E5462B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5C01-E160-1DC5-6244-9181D8D1C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42D53-CF4B-C40B-F260-50CB5A41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E77A8-DD22-409A-4546-DC7F4473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663A-16B2-05F0-217C-E151E6AD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8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CC45-09AA-B150-8F03-5422B3E1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C9E65-A206-EED8-F1F5-E41796F8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C18C0-C55D-5CEA-A869-A4FEDB94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535A-DFC7-80E6-F07F-904A2AB8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B420-0F63-ECC8-65D0-C3AD2E04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95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7832-6AE6-E8AA-C1C1-BFA36E73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3FDE-B6F6-5844-0446-2501EAB7B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46C1B-E0F7-DCFE-8450-76A3878B7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03BA-C93E-ED75-6D3F-3AED57863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2DF9-4873-22D0-18C6-FB00C928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DC126-1816-86DD-5C34-D24C937B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0398-30BB-A06E-3EA0-56AAE061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CBA8-53F0-78B5-84FB-2A992E2A5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34BE0-87B6-EF5E-0DE9-A9174768D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A3090-E7AC-832F-E96B-42720881D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DE045-1D43-9375-0140-9BC96243E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2BAC6-A8B5-F9F2-6549-1BC0EB61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51EA09-6A4F-7494-CC9C-B14C10C7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1FB27-90D4-971F-90CC-0ABC4B62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48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B692-6ED1-C56D-5B62-F133A1C7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B6445-28C2-043F-05F9-844403C9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98A83-D216-8E93-6408-BF032ED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4B1C1-16AA-CFAC-7714-8B560FF0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0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87972-76E3-31C9-B321-221184BE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E2D-8F22-DABA-38F1-A04D6CCE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1D354-72C9-6271-880D-3FCDABCA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55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E44F-6DC4-E40F-02C0-348C89ED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78A7-533C-1B4F-B66B-BF665768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67797-0745-31FC-1C9E-E5FFEFACD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C8E28-C88D-F087-005F-59B9736C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56CDD-F4DD-76DC-7827-46FFBCA3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9F766-584B-0F64-73DE-3B04BD44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41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17B2-F65C-070C-0CF9-E0DB4E9E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318DB-A93D-F215-A0FC-446090415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24C0C-B23A-E923-BD83-257E9C840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97F63-D174-ACE2-C58D-D45289DB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981BE-D07A-E636-5749-52DB3DA5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EE0B9-94D6-4025-A0AF-4E4D9956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53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1FC1-0393-ED2F-278D-870915B0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A45EF-445F-264C-494E-CC58C0571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6761F-AB34-2F58-DE6C-078E451B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2CB74-536D-C00A-B4CF-C8583648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1724-C443-ED8C-F4E6-74F2C3C5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52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30989-0B3E-3257-CE6D-874DDE40F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32033-DDA9-7DA0-F8A5-9C9AB00F6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E1532-7577-8470-5492-D29FB482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7F70D-E72E-851C-910A-3166C414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100BB-2BCC-3F12-1CBC-B3E1879D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03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79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14B78-E9A4-8749-5164-6E8AE4DD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7764-768E-FB90-9F0A-B2B1A7ED4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E5AB-052E-5E80-5A49-FA57432EE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07217-3E17-470F-9E0B-53C0BD191B65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B47B-2D4A-7F35-FDC6-0A508B099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D3FF9-F65A-E1DA-82D8-F0BFEF542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E0550-C80A-4FC2-93B9-79BA52CEA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2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E68923-4803-41BD-B7AB-242DDA4351CE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E916C-C7F8-4962-9F99-05C7E3206A1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E0FFC9-60CD-4B78-9B3B-B371AEAF157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60A637-ABAE-47FA-BFA5-3A3038C0EBC4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66BD5-ECC3-4843-A868-E3B733FA20A0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03CEA-B4E6-4E55-AAAF-F9BD0F5BC961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4402D-EB3D-46BD-9108-5AC5AD4B16DB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22500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D81A766-656A-564B-0BE0-1586E0F31BAF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95522A-E174-70FD-96FE-F9991246542E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B3AD81-7C8D-1A7B-3A73-C058C07B50A4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5F80A1-FC61-561B-AE19-73FDBDC1B3A3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406E3B-956A-D2F2-AD65-2A79584969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1479850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4351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838BD-8385-4ECC-98D1-36D86F321BA5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D9664-31A2-4F35-8912-BE3B9F40381B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9224E-594A-4490-B2A5-9195F855778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3B4C3A-82F3-405E-85D8-2A0B26C690CD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3315070299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22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912F3C-DE97-C758-8872-8AA290F167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9D2AC-EB38-782E-CF82-941AABE287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85282-C21E-DA3D-2F7B-EB22C4F7598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4815E2-EC6E-5BDE-CDAE-DE43E6BF8D4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2B079-AA57-0C72-585D-A593D15B7F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3C98C-A68B-C9A5-2A58-0602CE86D35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25550-A60E-781A-1E33-E59F75697A0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3741BC-FD64-3143-1FA7-2BCA44921AD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3B6756-15D8-6C91-B617-74A84844E2A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8D592-0820-CF9E-8AAC-CE7F8CF35B1D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F7FF90-4BD1-7E0D-EF9B-CD77A037905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1B8FD4-7366-D844-C5D2-31A3569F824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6DE30-E743-7C43-CA78-95875B1B9AE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Gross margin: 55.76%.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5A565E-C02E-E324-6576-32F1E61CCA5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68886C-1944-5AE4-9E20-D5F96B1501C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20EA29-2472-9DB6-A502-D827CAA646C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E9544F-7ACC-D3D7-4B6A-5BB86B7AB14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B0F8FA-55E9-B769-4CE9-D3455E0041FF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600658-2DEE-C3EE-CEC0-DB275FC70C7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0E5F39-AEBB-D471-A03A-E9210591B76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4BF157-DF0C-796A-BA16-21DE7F0C5E5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12EBFF-10AA-5213-A76F-B270B193FFB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D831A4-81F3-1097-45F1-12C4E972DD5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945F76-8777-9F2A-A137-AA2B180EDF1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72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2582EE-85A5-463F-A236-CCC78772158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2B0E5-9CAC-4FAD-8DB8-D5DC622726B3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B027E-E49E-4DA4-8D2A-ECB4CE905BF0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CB3E3-BDC5-450E-BBC0-CC41B7320FB6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9A32E30-3801-4497-80D9-C0FA529C446C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39746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B390C2-5A98-42E6-B4A1-A37C4A4F9C8C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CBED0E-82AB-46CF-AFD9-C0A2CA1A8385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E7C79F-6720-43AA-813A-51BA9B180B76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E0A09-1A56-4FE9-B228-975D65789C0A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269F2-E27F-4EC4-BA39-750F02F66334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3666857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  <p:tag name="SCRIBBLEPRESENTATIONID" val="54e85c7f16474287b5a075259be71ba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976fd21a2f2a4031953a2945eae4058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10</cp:revision>
  <dcterms:created xsi:type="dcterms:W3CDTF">2026-09-25T12:30:44Z</dcterms:created>
  <dcterms:modified xsi:type="dcterms:W3CDTF">2026-09-25T12:31:20Z</dcterms:modified>
</cp:coreProperties>
</file>