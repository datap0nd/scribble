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99-43FB-ABB1-EAC4F5A4A0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2026-05</c:v>
                </c:pt>
                <c:pt idx="1">
                  <c:v>2026-06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99-43FB-ABB1-EAC4F5A4A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2266335"/>
        <c:axId val="635480015"/>
      </c:barChart>
      <c:catAx>
        <c:axId val="512266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480015"/>
        <c:crosses val="autoZero"/>
        <c:auto val="1"/>
        <c:lblAlgn val="ctr"/>
        <c:lblOffset val="100"/>
        <c:noMultiLvlLbl val="0"/>
      </c:catAx>
      <c:valAx>
        <c:axId val="63548001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26633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B629A-7E1D-4D92-9A8F-9F5B76B64661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3A4EB-3E6A-4125-95B8-E3AD591B3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47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WB01 / Ledger!B1:J3
Evidence:
RevenueEUR [fact_74e5be9f6a8e45f0dd164ec9] = 82992 (WB01 / Ledger!B1:J3)
CostEUR [fact_b128de60681b1163bcbe6377] = 36714 (WB01 / Ledger!B1:J3)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3A4EB-3E6A-4125-95B8-E3AD591B3CA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WB01 / Ledger!B1:J3
Evidence:
RevenueEUR [fact_ead0dd847722e0510e77d77f] = 85519 (WB01 / Ledger!B1:J3)
RevenueEUR [fact_74e5be9f6a8e45f0dd164ec9] = 82992 (WB01 / Ledger!B1:J3)
CostEUR [fact_eade945f6a082da9c8295bc2] = 36702 (WB01 / Ledger!B1:J3)
CostEUR [fact_b128de60681b1163bcbe6377] = 36714 (WB01 / Ledger!B1:J3)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3A4EB-3E6A-4125-95B8-E3AD591B3CA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328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WB01 / Ledger!B1:J3
Evidence:
RevenueEUR [fact_ead0dd847722e0510e77d77f] = 85519 (WB01 / Ledger!B1:J3)
RevenueEUR [fact_74e5be9f6a8e45f0dd164ec9] = 82992 (WB01 / Ledger!B1:J3)
CostEUR [fact_eade945f6a082da9c8295bc2] = 36702 (WB01 / Ledger!B1:J3)
CostEUR [fact_b128de60681b1163bcbe6377] = 36714 (WB01 / Ledger!B1:J3)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3A4EB-3E6A-4125-95B8-E3AD591B3CA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27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3A4EB-3E6A-4125-95B8-E3AD591B3CA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64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0040-1FCB-DAB7-C0DB-9A45F5F49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44586-F6F2-2DDA-8571-CB596EB7A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E385-DC37-1ED8-E189-00A425B4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7AEBC-D680-BAE9-373E-C32009D6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B11C2-1E11-DBCE-2E79-152C6119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53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8AC0-6D3F-B639-5F15-BD9233BC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19DA-26FC-17B4-6214-FDC5826ED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0EB94-49E0-E4C1-82E7-80C53D36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9FE44-7A57-3B70-2925-CACC6032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9FBF-419F-551B-490C-4F0085C0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04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B699-1C58-FBCA-4CDB-27BC9A2B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F1139-8253-88E8-8346-144861A77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45B54-FDEC-F68F-235D-849EDE54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1BDFE-5A11-00A5-BA0D-4352E908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C7C65-0ECA-FFA0-B11A-5A02E615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81E4-E277-8A5B-B6DB-76FC9390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5CF3-833C-AA7B-DD13-90693F72F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41EB1-A9E1-0F29-5D4C-FD542D67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1810C-4B49-C7FD-956F-FFF3FFDA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86B6D-1A7B-B521-A533-1686B796A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1A678-3466-C095-E488-8D5F2ADF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75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8C15-F68B-1922-6C01-014280B9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2C5E0-537F-4448-35D8-7D93D39B1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8DB9-645A-966E-5CAA-F7EBC1E55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9B459-E151-6930-E07E-C4B76DBAC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0A93D-C074-BBEE-2499-13A17CB4F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B1ABA-FA51-4650-8786-9E51D2CC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8A38E-F1D8-E5E3-6955-91128846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87048-C25C-2116-0AF9-0024D7AB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4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4BB0-84F5-B0F1-0DBB-070DC6AB4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C0056-91AA-47BF-5F8D-409395C1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A41EF-88FC-088C-7285-EEF15300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00836A-90C6-7C65-F85B-45AC8D29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30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97796-5461-946F-EB21-2B8ECD18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95C60-7921-72B2-81A6-BBB23CE4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D61C-3E0A-D6EA-E2A1-085B8B3D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82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CBC7-D8D4-B408-5A50-8E460593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16446-37CF-BCAD-96D2-8B1B16BFA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1A58-3911-71C4-C079-04AC61D6A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C46E6-CC5B-A1D4-66AA-35EF362E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DA4AA-981D-3091-62A5-482D208F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124B8-3DFB-0E0C-C6D1-B7174641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9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ED32-90AF-FFB3-9FBC-7D5AE7F9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6FAE9-2F49-FBFD-F06F-366D5B4B2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4D0B-EBAC-A38A-9DB0-106E08EDE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39EAE-E6D8-7804-2970-2ADF66C5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2C4A4-D1A9-23CA-95DA-19A18A0F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3DEAB-5743-9067-3ADE-50833BB7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80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1805-62C5-BE85-3F80-0B7BAD52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61ED5-0906-C0E0-5602-CB7A082FF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B7D2E-4922-97A8-64B0-474CB164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CF8E9-A288-D4F9-4FAE-EABE5415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485A0-74A3-6A00-2E42-70C678D2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24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0A39F-0CF7-69EE-BBEE-EC5A5F2B7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1AD2E-EE89-5AE7-0DD3-C2F1998B3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F3450-180A-0944-E41D-014B1F81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E56F8-3FEF-DDA0-148B-3C77201C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2FE02-9E3E-D5A9-82F1-04E4FA6F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76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69EBF-D381-470B-DFDA-0EB0AAAE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BF0E3-D9EB-27D2-AF55-0877F4B19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5DA7-FCE0-DD00-67B5-647959D38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3018B-67D3-45DD-9833-A171B788FFBA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AE12-C71F-9677-5EE9-063AC5389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6D7A8-2C41-C1FE-5EF6-3EE4D3B4A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37F0B-784F-490C-965A-F491B41622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59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chart" Target="../charts/chart1.xml"/><Relationship Id="rId5" Type="http://schemas.openxmlformats.org/officeDocument/2006/relationships/tags" Target="../tags/tag19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3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70531-DDEB-3844-8AD2-D37CF093B80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revenue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1D9DC-1908-D055-2268-7E64B2A250D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Verified revenue: 82,992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B97AE-B2FD-8D2F-9FEB-46452301E3A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078C4-D819-6D59-FF9C-8B5B79466B4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2F46B-DC66-E631-C51A-3BC8155A3E3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JUNE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07FA5-BC43-794E-42F2-50E602BC3A4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D482AF-C342-25AA-00AF-E01971ACACD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EC24E-5275-97AA-3E8F-EAEBA88AE48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D3A07-274F-1AB0-7278-DC8139C4469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JUNE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B5FA9-6F11-8992-6914-3F3E85B0BC7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22745-6199-7698-ECC4-B1C04C7FEA8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WB01 / Ledger!B1:J3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E19AA0-6917-3549-E09C-9AAD464C421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1BB3D6-F00B-954E-F832-5B3C15F5503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241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87E1E-76B3-E138-6B84-1AECDD7ABC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Two period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863B0-36AB-25B6-C956-62A8C372F8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1A89AA-A391-A558-9536-B1B6807F8309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19345120"/>
              </p:ext>
            </p:extLst>
          </p:nvPr>
        </p:nvGraphicFramePr>
        <p:xfrm>
          <a:off x="463296" y="1721358"/>
          <a:ext cx="719328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914">
                  <a:extLst>
                    <a:ext uri="{9D8B030D-6E8A-4147-A177-3AD203B41FA5}">
                      <a16:colId xmlns:a16="http://schemas.microsoft.com/office/drawing/2014/main" val="2703216012"/>
                    </a:ext>
                  </a:extLst>
                </a:gridCol>
                <a:gridCol w="2144683">
                  <a:extLst>
                    <a:ext uri="{9D8B030D-6E8A-4147-A177-3AD203B41FA5}">
                      <a16:colId xmlns:a16="http://schemas.microsoft.com/office/drawing/2014/main" val="4165876947"/>
                    </a:ext>
                  </a:extLst>
                </a:gridCol>
                <a:gridCol w="2144683">
                  <a:extLst>
                    <a:ext uri="{9D8B030D-6E8A-4147-A177-3AD203B41FA5}">
                      <a16:colId xmlns:a16="http://schemas.microsoft.com/office/drawing/2014/main" val="135470438"/>
                    </a:ext>
                  </a:extLst>
                </a:gridCol>
              </a:tblGrid>
              <a:tr h="1325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17195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848072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6375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757B14F-87C5-5EA6-816F-78F253F61CA4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31941446"/>
              </p:ext>
            </p:extLst>
          </p:nvPr>
        </p:nvGraphicFramePr>
        <p:xfrm>
          <a:off x="8168640" y="1968246"/>
          <a:ext cx="3560064" cy="1547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CB4031-B6EE-7A68-9A67-EBD67632A1D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WB01 / Ledger!B1:J3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B602F-923A-50B4-4741-E085910406F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BA2C-544A-3EE7-619B-DAAC77B9CD0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705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8020CD-7D5E-B7D2-F660-9486D925BB7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6F2CE-CA70-C871-F367-286A5780AFC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7E15B-CFC3-DA22-A839-ABE2999F3D20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81732158"/>
              </p:ext>
            </p:extLst>
          </p:nvPr>
        </p:nvGraphicFramePr>
        <p:xfrm>
          <a:off x="1036320" y="2739390"/>
          <a:ext cx="1011936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5168">
                  <a:extLst>
                    <a:ext uri="{9D8B030D-6E8A-4147-A177-3AD203B41FA5}">
                      <a16:colId xmlns:a16="http://schemas.microsoft.com/office/drawing/2014/main" val="2379974057"/>
                    </a:ext>
                  </a:extLst>
                </a:gridCol>
                <a:gridCol w="3017096">
                  <a:extLst>
                    <a:ext uri="{9D8B030D-6E8A-4147-A177-3AD203B41FA5}">
                      <a16:colId xmlns:a16="http://schemas.microsoft.com/office/drawing/2014/main" val="200954283"/>
                    </a:ext>
                  </a:extLst>
                </a:gridCol>
                <a:gridCol w="3017096">
                  <a:extLst>
                    <a:ext uri="{9D8B030D-6E8A-4147-A177-3AD203B41FA5}">
                      <a16:colId xmlns:a16="http://schemas.microsoft.com/office/drawing/2014/main" val="2364508726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46459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42351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3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C9F2E-CB49-B3CA-FA4E-C1A1BEE3BE5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WB01 / Ledger!B1:J3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BFECA-9E19-A1F7-5649-D09901684DB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85182-0D75-7C40-0302-09D85B66A66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567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07A7C-0DAC-6268-FFFE-7A63102BA8A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What the ledger supports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E779F-96B0-D818-10C4-134CF3AE00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1FA62-454A-C7FC-4853-1FB667E04C9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284730"/>
            <a:ext cx="11265407" cy="2768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D8609-CAE4-231F-BB03-3845351C2CE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284730"/>
            <a:ext cx="11265407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C74C7-3B9F-7D75-2E34-162A0D01C8C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487930"/>
            <a:ext cx="10909808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69174-3C41-DC6D-DDA7-867143F0DE1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827085"/>
            <a:ext cx="10909808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Verified workbook range and live formulas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750A2-A800-B247-3085-E029592183F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D750E-B5FD-33F2-D298-D87E99D5FE0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33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c27e1e12ef1495f9863765319be22b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Custom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2026-09-23T07:34:58Z</dcterms:created>
  <dcterms:modified xsi:type="dcterms:W3CDTF">2026-09-23T07:34:58Z</dcterms:modified>
</cp:coreProperties>
</file>