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53-4885-9F4A-3ED90CD636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53-4885-9F4A-3ED90CD636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30745472"/>
        <c:axId val="1037697104"/>
      </c:barChart>
      <c:catAx>
        <c:axId val="1030745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7697104"/>
        <c:crosses val="autoZero"/>
        <c:auto val="1"/>
        <c:lblAlgn val="ctr"/>
        <c:lblOffset val="100"/>
        <c:noMultiLvlLbl val="0"/>
      </c:catAx>
      <c:valAx>
        <c:axId val="103769710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745472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7582E-6922-4A73-BB9B-91D8DF890636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190DD-C0C4-4438-88EE-60DB91B2DB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98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8EB3-A579-FFB8-59D4-721CAC9A2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AD853-24EF-DEFE-FAA3-B70928CB1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50BCD-A81A-1341-E376-3B0003F3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99C0C-7A7E-18E6-3CAB-E97F22702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C2090-FD26-5B43-6555-058A1C49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1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9D4C-0077-260E-2161-333DF174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6FEA3-0657-272F-52D1-904C7B881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0BA9-7044-56A4-F885-21EA35FA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F60E4-C065-2A90-10D9-09786BCF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824D4-ED1F-25AE-1CF5-606876EF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0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B8D4-E7D6-B56E-3F62-A5066F3F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9B45B-433A-8BDA-41B0-C83B4DD24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A509-84CD-9851-D75A-9ECFE5200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A37EF-3288-4B78-C81B-D861DF0F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ABD7-DD45-A380-E8AA-E2D93EEF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12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CC6C-ED4F-4A5D-3B38-1C6429DB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DD78-9538-DDC6-8A40-8943623A2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81754-BCF6-C786-090C-F66DA0984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FE35F-32BF-771F-E4C5-319793EE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9CCE1-C8CD-FE63-59CA-3E81B528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5E4A6-1192-A74D-46BD-259789FE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84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BC94-2B62-C89C-2EB1-40E3EFD8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55E96-6248-83B7-B97A-DE54D7767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B12EA-4EE3-4131-19FA-D5A24BC71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9D89C-F98D-7AF7-D867-DF38E3324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3E7B4-FB51-AD83-E1CA-595B38CC1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AB74-6E2D-3753-5010-0CB60668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9FBFA-1B0F-7101-3E46-53E39396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7457D-7116-429F-69F3-6E46222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80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5F95-0F90-8BE9-2E08-6417FEA2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94636-75C9-3A99-BAFA-D3044E099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A66AF-BDC9-ED23-6B1F-386F8A22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7D913-B69F-3777-83A4-55531357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7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82968-4A11-2880-2747-82329D21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26C08-242C-86D3-49B2-3E94145D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6D74-C2A2-94DC-A697-650831F2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10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4E5C-6799-BA0C-6340-4AA492A2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F0E6-F917-F96A-FA2A-55A011C9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23009-FEE0-17C1-4269-97225DA8E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6CE65-ECC0-26FF-91E2-2CA97B65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0C6B4-8213-F16A-CB3C-18FFA6C9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2D196-D6D1-0164-4E55-58A37460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67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495D-102B-635D-53A3-83BC6088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FE945-4C8C-4BB2-C443-4535FA1F4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8A8D0-6589-8F75-A73E-ECDC6D3C2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219A8-02FF-B8EC-6F4E-BEC1B8CF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FF4E2-A544-9EDD-28D3-298AB89F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15A92-E3C4-3813-C03D-FA50C582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25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3274-D9BD-AA10-ADCE-7C483926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90AC8-70A4-EAB9-DC54-B365CEB9C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608DB-4E1B-D978-E7BC-D8DF9131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31E78-0D16-EEDF-2168-DA9D004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8B78-2141-72BB-E7CC-B3F91311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94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3B8EE-ACE1-A15D-618B-821B1A68F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29B7E-B6AA-58AD-E143-CC2C043D2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FCA0F-1E92-D388-A565-2DDC230C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877B6-D6D2-98F7-E57C-DF6D9E8B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F0D4D-ED56-57A7-658C-CA805EEA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702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0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EDDB1-77E1-E7FF-F849-6FE42CBB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4E44A-784C-3DC6-5957-5FF40D78C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F2C58-F646-A89F-3913-4F5D2571C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0ABF1-D81C-4DB6-960F-451FA8B741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13ED2-6264-24C2-C03B-FD7B79CBD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B499-5835-952E-5ECA-AC4E04F33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A8D37-F16C-48E7-9AFF-55622F776C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38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1B4575-510A-42C0-995A-F3A2B9ADF90D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FDAFC-044F-477E-98F0-1757A8BDFB44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58CC7-3C2F-430B-A95F-A485477EDD8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E946D-8A69-43DC-A2AF-7A9866D83957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6192F-D87A-45AA-A263-4EDB75BBF2B5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06CD-2B10-48BE-AEC9-E11FE31D02FB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5E1D3-0DFF-4880-ADC1-07DD5FE841C6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115789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16BA17-3673-4845-A5C7-2AE823E865D4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A7FB4-D1DC-4E77-973B-32B7F82F0AD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4244C-8AB9-4E70-9C5C-9CDA9363F4F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276F5-6FCB-4157-8566-292503FA45EE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D8D10D6-1D8C-621C-A468-46200FCD2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521934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154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9BE370-C899-46AF-95E7-E2859297D06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460F9-AD57-4909-9C9B-41714EBCB21B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0CE5D-42F0-427D-AB1C-9AC2E7F66F2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E65E1-90E9-4CC9-A895-07455B4EA5E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3383010209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55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370481-3A14-C949-A334-5BA77E8C64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5ABA6-4AF7-BB48-80C0-641F59F342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CAE2C-1A8F-F578-29DA-C5184C2F3C3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3C9C1-3C83-9861-D72E-49EB4359053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11C716-2CDE-98F1-D924-6F3455229B2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947F5-A727-3E77-379C-2D71AD3E72E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44698F-C0B4-4F8E-F4BF-3091FB5FE6C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eur: 82,992.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D97C1E-D44C-6CD0-C7F2-D7676881BF53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793B9-2D34-22ED-5C87-EE97BEF2159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4CE6E-3970-2A91-7D5F-7E482739773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86D14-98E8-2F56-A1B0-58F5BFDBD4E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95AD20-CAE7-8895-3B2B-A1F24CAA86A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EUR: 36,714. Gross margin: 55.76%.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088B1-9AAF-2BB9-28E3-9217381E1C3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A558A0-21E7-935A-3F8D-9A7C879DC7F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6C4A17-EA8D-A264-3A1E-B58F4DA1D36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DF288-3ECC-BCBE-C754-22CF983B0E59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2F22AC-86E2-2409-1135-6241E332757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A8675-0A20-8BE3-5F24-770478CE041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26E975-618C-3A49-AC15-1DE4C9806EC8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214BB3-C8EA-01B5-C57D-E48DE1E0D2CD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D510E0-5163-1C48-C29A-261BEDB82F3F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082882-3530-3AB2-0B1D-FE7288BD4BA0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3FFA40-FD89-F111-9A3A-E8F3CDB3230B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19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B9C812-F076-42C3-B6AB-20D6724BB099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D0EC2-69C4-461E-A176-92260998F7A7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7E94F-F1C4-4FA1-8599-59B7B877505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385D5-9DDB-4C30-A649-15081893C350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EFC937-2955-487A-9B78-994FFA64792D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74241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7930F9-CFB7-4295-B66E-527C123B225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04DF6-4434-4BF5-A26F-DDCE0E34624F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B99C4-48CD-4B03-B3BA-AEC82EB1666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02CBD-90D1-4178-A4E2-7E2611402662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55E10-C2E7-4DA4-B612-16ACA52BAA65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19438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be0319d998b34dcdaa050ae39a8561d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Custom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2026-09-24T13:02:52Z</dcterms:created>
  <dcterms:modified xsi:type="dcterms:W3CDTF">2026-09-24T13:03:32Z</dcterms:modified>
</cp:coreProperties>
</file>