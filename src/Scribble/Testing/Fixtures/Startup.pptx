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2b6581d4214828" /><Relationship Type="http://schemas.openxmlformats.org/officeDocument/2006/relationships/extended-properties" Target="/docProps/app.xml" Id="R4b0ebf8957e14971" /><Relationship Type="http://schemas.openxmlformats.org/officeDocument/2006/relationships/officeDocument" Target="/ppt/presentation.xml" Id="Rdb57d3a426a249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9b214ec98445df"/>
  </p:sldMasterIdLst>
  <p:notesMasterIdLst>
    <p:notesMasterId xmlns:r="http://schemas.openxmlformats.org/officeDocument/2006/relationships" r:id="R1a64a661abfb4da5"/>
  </p:notesMasterIdLst>
  <p:sldIdLst>
    <p:sldId xmlns:r="http://schemas.openxmlformats.org/officeDocument/2006/relationships" id="256" r:id="Rc6b4997f68934b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a410edd43e4c26" /><Relationship Type="http://schemas.openxmlformats.org/officeDocument/2006/relationships/slideMaster" Target="/ppt/slideMasters/slideMaster1.xml" Id="R829b214ec98445df" /><Relationship Type="http://schemas.openxmlformats.org/officeDocument/2006/relationships/notesMaster" Target="/ppt/notesMasters/notesMaster1.xml" Id="R1a64a661abfb4da5" /><Relationship Type="http://schemas.openxmlformats.org/officeDocument/2006/relationships/presProps" Target="/ppt/presProps.xml" Id="Rc5f88db697734a35" /><Relationship Type="http://schemas.openxmlformats.org/officeDocument/2006/relationships/tableStyles" Target="/ppt/tableStyles.xml" Id="R7b48ac22c1424b18" /><Relationship Type="http://schemas.openxmlformats.org/officeDocument/2006/relationships/slide" Target="/ppt/slides/slide1.xml" Id="Rc6b4997f68934b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204dd34fed4f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c68ac93f9a4d51" /><Relationship Type="http://schemas.openxmlformats.org/officeDocument/2006/relationships/notesMaster" Target="/ppt/notesMasters/notesMaster1.xml" Id="Rfd0cc09c8aeb46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7798193f0e4b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540341c21f47e8" /><Relationship Type="http://schemas.openxmlformats.org/officeDocument/2006/relationships/slideLayout" Target="/ppt/slideLayouts/slideLayout1.xml" Id="R59b072611d1649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b072611d1649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b686c5a0d45cf" /><Relationship Type="http://schemas.openxmlformats.org/officeDocument/2006/relationships/notesSlide" Target="/ppt/notesSlides/notesSlide1.xml" Id="R0099bc42504e4a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297333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2026-09-15T09:56:14.6200000Z</dcterms:created>
  <dcterms:modified xsi:type="dcterms:W3CDTF">2026-09-15T09:56:14.6200000Z</dcterms:modified>
</coreProperties>
</file>